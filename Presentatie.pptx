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3825430-FF80-99DA-FC41-765D8BCAE73D}" v="288" dt="2026-05-21T08:22:58.4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Elektronische</a:t>
            </a:r>
            <a:r>
              <a:rPr lang="en-US" dirty="0"/>
              <a:t> </a:t>
            </a:r>
            <a:r>
              <a:rPr lang="en-US" dirty="0" err="1"/>
              <a:t>Systemen</a:t>
            </a:r>
            <a:br>
              <a:rPr lang="en-US" dirty="0"/>
            </a:br>
            <a:r>
              <a:rPr lang="en-US" dirty="0"/>
              <a:t>FSR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C2B37-B712-69DD-B1D2-DE05865A0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1141711"/>
            <a:ext cx="3234466" cy="34743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kern="1200">
                <a:latin typeface="+mj-lt"/>
                <a:ea typeface="+mj-ea"/>
                <a:cs typeface="+mj-cs"/>
              </a:rPr>
              <a:t>FSR</a:t>
            </a:r>
            <a:r>
              <a:rPr lang="en-US" sz="3600"/>
              <a:t> sensor</a:t>
            </a:r>
            <a:endParaRPr lang="en-US" sz="3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3193FD5-6A49-7562-EA76-F15D42E158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Black and white image of a hawk">
            <a:extLst>
              <a:ext uri="{FF2B5EF4-FFF2-40B4-BE49-F238E27FC236}">
                <a16:creationId xmlns:a16="http://schemas.microsoft.com/office/drawing/2014/main" id="{AFB1EC46-127E-1847-F559-C296969645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9470" y="1193087"/>
            <a:ext cx="6711317" cy="44731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DED9DE-7F6F-2BB4-66D0-F51E7E2B4A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769" y="598776"/>
            <a:ext cx="1937616" cy="56604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0CE92AC-31B2-C09B-E8FF-D84B26771B33}"/>
              </a:ext>
            </a:extLst>
          </p:cNvPr>
          <p:cNvSpPr txBox="1"/>
          <p:nvPr/>
        </p:nvSpPr>
        <p:spPr>
          <a:xfrm>
            <a:off x="764075" y="1860791"/>
            <a:ext cx="4445149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Force-sensing</a:t>
            </a:r>
            <a:r>
              <a:rPr lang="en-US">
                <a:ea typeface="+mn-lt"/>
                <a:cs typeface="+mn-lt"/>
              </a:rPr>
              <a:t> resistors:</a:t>
            </a:r>
          </a:p>
          <a:p>
            <a:pPr marL="285750" indent="-285750">
              <a:buFont typeface="Calibri"/>
              <a:buChar char="-"/>
            </a:pPr>
            <a:r>
              <a:rPr lang="en-US" dirty="0" err="1"/>
              <a:t>Weerstand</a:t>
            </a:r>
            <a:r>
              <a:rPr lang="en-US" dirty="0"/>
              <a:t> </a:t>
            </a:r>
            <a:r>
              <a:rPr lang="en-US" dirty="0" err="1"/>
              <a:t>verlaagt</a:t>
            </a:r>
            <a:r>
              <a:rPr lang="en-US" dirty="0"/>
              <a:t> met </a:t>
            </a:r>
            <a:r>
              <a:rPr lang="en-US" dirty="0" err="1"/>
              <a:t>kracht</a:t>
            </a:r>
            <a:endParaRPr lang="en-US" dirty="0"/>
          </a:p>
          <a:p>
            <a:pPr marL="285750" indent="-285750">
              <a:buFont typeface="Calibri"/>
              <a:buChar char="-"/>
            </a:pPr>
            <a:endParaRPr lang="en-US" dirty="0"/>
          </a:p>
          <a:p>
            <a:r>
              <a:rPr lang="en-US"/>
              <a:t>Intern:</a:t>
            </a:r>
          </a:p>
          <a:p>
            <a:pPr marL="285750" indent="-285750">
              <a:buFont typeface="Calibri"/>
              <a:buChar char="-"/>
            </a:pPr>
            <a:r>
              <a:rPr lang="en-US" dirty="0">
                <a:ea typeface="+mn-lt"/>
                <a:cs typeface="+mn-lt"/>
              </a:rPr>
              <a:t>2 </a:t>
            </a:r>
            <a:r>
              <a:rPr lang="en-US" dirty="0" err="1">
                <a:ea typeface="+mn-lt"/>
                <a:cs typeface="+mn-lt"/>
              </a:rPr>
              <a:t>geleidende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lagen</a:t>
            </a:r>
            <a:r>
              <a:rPr lang="en-US" dirty="0">
                <a:ea typeface="+mn-lt"/>
                <a:cs typeface="+mn-lt"/>
              </a:rPr>
              <a:t> met </a:t>
            </a:r>
            <a:r>
              <a:rPr lang="en-US" dirty="0" err="1">
                <a:ea typeface="+mn-lt"/>
                <a:cs typeface="+mn-lt"/>
              </a:rPr>
              <a:t>daartussen</a:t>
            </a:r>
            <a:r>
              <a:rPr lang="en-US" dirty="0">
                <a:ea typeface="+mn-lt"/>
                <a:cs typeface="+mn-lt"/>
              </a:rPr>
              <a:t> </a:t>
            </a:r>
            <a:endParaRPr lang="en-US" dirty="0" err="1"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 dirty="0" err="1">
                <a:ea typeface="+mn-lt"/>
                <a:cs typeface="+mn-lt"/>
              </a:rPr>
              <a:t>drukgevoelig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resistief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materiaal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8217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DB380-B57E-4BFB-3785-6BFA00132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+mj-lt"/>
                <a:cs typeface="+mj-lt"/>
              </a:rPr>
              <a:t>Onderzoeksvraag</a:t>
            </a:r>
            <a:endParaRPr lang="en-US" dirty="0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46236-E5AB-525B-C4D5-28DAEE9783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“Hoe </a:t>
            </a:r>
            <a:r>
              <a:rPr lang="en-US" dirty="0" err="1">
                <a:ea typeface="+mn-lt"/>
                <a:cs typeface="+mn-lt"/>
              </a:rPr>
              <a:t>kan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systeem</a:t>
            </a:r>
            <a:r>
              <a:rPr lang="en-US" dirty="0">
                <a:ea typeface="+mn-lt"/>
                <a:cs typeface="+mn-lt"/>
              </a:rPr>
              <a:t> op basis van </a:t>
            </a:r>
            <a:r>
              <a:rPr lang="en-US" b="1" dirty="0">
                <a:ea typeface="+mn-lt"/>
                <a:cs typeface="+mn-lt"/>
              </a:rPr>
              <a:t>FSR</a:t>
            </a:r>
            <a:r>
              <a:rPr lang="en-US" dirty="0">
                <a:ea typeface="+mn-lt"/>
                <a:cs typeface="+mn-lt"/>
              </a:rPr>
              <a:t>-</a:t>
            </a:r>
            <a:r>
              <a:rPr lang="en-US" dirty="0" err="1">
                <a:ea typeface="+mn-lt"/>
                <a:cs typeface="+mn-lt"/>
              </a:rPr>
              <a:t>druksensoren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worden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ontwikkeld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gevalideerd</a:t>
            </a:r>
            <a:r>
              <a:rPr lang="en-US" dirty="0">
                <a:ea typeface="+mn-lt"/>
                <a:cs typeface="+mn-lt"/>
              </a:rPr>
              <a:t> om </a:t>
            </a:r>
            <a:r>
              <a:rPr lang="en-US" b="1" dirty="0" err="1">
                <a:ea typeface="+mn-lt"/>
                <a:cs typeface="+mn-lt"/>
              </a:rPr>
              <a:t>zithouding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dirty="0" err="1">
                <a:ea typeface="+mn-lt"/>
                <a:cs typeface="+mn-lt"/>
              </a:rPr>
              <a:t>rechtop,onderuitgezakt</a:t>
            </a:r>
            <a:r>
              <a:rPr lang="en-US" dirty="0">
                <a:ea typeface="+mn-lt"/>
                <a:cs typeface="+mn-lt"/>
              </a:rPr>
              <a:t>,...)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bewegingen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(</a:t>
            </a:r>
            <a:r>
              <a:rPr lang="en-US" dirty="0" err="1">
                <a:ea typeface="+mn-lt"/>
                <a:cs typeface="+mn-lt"/>
              </a:rPr>
              <a:t>verzitten</a:t>
            </a:r>
            <a:r>
              <a:rPr lang="en-US" dirty="0">
                <a:ea typeface="+mn-lt"/>
                <a:cs typeface="+mn-lt"/>
              </a:rPr>
              <a:t> , </a:t>
            </a:r>
            <a:r>
              <a:rPr lang="en-US" dirty="0" err="1">
                <a:ea typeface="+mn-lt"/>
                <a:cs typeface="+mn-lt"/>
              </a:rPr>
              <a:t>gewichtsverplaatsing</a:t>
            </a:r>
            <a:r>
              <a:rPr lang="en-US" dirty="0">
                <a:ea typeface="+mn-lt"/>
                <a:cs typeface="+mn-lt"/>
              </a:rPr>
              <a:t>,...) op </a:t>
            </a:r>
            <a:r>
              <a:rPr lang="en-US" dirty="0" err="1">
                <a:ea typeface="+mn-lt"/>
                <a:cs typeface="+mn-lt"/>
              </a:rPr>
              <a:t>een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stoel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detecteren</a:t>
            </a:r>
            <a:r>
              <a:rPr lang="en-US" dirty="0">
                <a:ea typeface="+mn-lt"/>
                <a:cs typeface="+mn-lt"/>
              </a:rPr>
              <a:t>? 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860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D4AC2-DFBE-86BA-94CE-5115BDF9B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FSR-sensor met pull-down </a:t>
            </a:r>
            <a:r>
              <a:rPr lang="en-US" u="sng" dirty="0" err="1"/>
              <a:t>weerstand</a:t>
            </a:r>
            <a:endParaRPr lang="en-US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1AB5C9-4C9E-193B-426B-6ACA69AF2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5541" y="2502850"/>
            <a:ext cx="5362575" cy="283845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1EF3C26-8623-3019-7495-F033925CF4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5235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Gebrui</a:t>
            </a:r>
            <a:r>
              <a:rPr lang="en-US" dirty="0" err="1">
                <a:solidFill>
                  <a:srgbClr val="000000"/>
                </a:solidFill>
                <a:latin typeface="Aptos"/>
              </a:rPr>
              <a:t>kt</a:t>
            </a:r>
            <a:r>
              <a:rPr lang="en-US" dirty="0"/>
              <a:t> om </a:t>
            </a:r>
            <a:r>
              <a:rPr lang="en-US" dirty="0" err="1"/>
              <a:t>relatie</a:t>
            </a:r>
            <a:r>
              <a:rPr lang="en-US" dirty="0"/>
              <a:t> </a:t>
            </a:r>
            <a:r>
              <a:rPr lang="en-US" dirty="0" err="1"/>
              <a:t>gewicht</a:t>
            </a:r>
            <a:r>
              <a:rPr lang="en-US" dirty="0"/>
              <a:t>/voltage mee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testen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CF5E14D-2346-4EFB-440E-83CDF375EA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752" y="2942877"/>
            <a:ext cx="5086350" cy="290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1753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523FF-8E46-0827-9ACD-60E95F6E01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D94D0-987B-3DEF-E92C-C4572AEFF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FSR-sensor met pull-down </a:t>
            </a:r>
            <a:r>
              <a:rPr lang="en-US" u="sng" dirty="0" err="1"/>
              <a:t>weerstand</a:t>
            </a:r>
            <a:endParaRPr lang="en-US" u="sng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612298A-EEC7-E6F0-B3C1-9BC0CFB1A3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9697844" cy="6342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Vergelijking</a:t>
            </a:r>
            <a:r>
              <a:rPr lang="en-US" dirty="0"/>
              <a:t> met </a:t>
            </a:r>
            <a:r>
              <a:rPr lang="en-US" dirty="0" err="1"/>
              <a:t>theorie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F2166C-C0B6-D9D5-D02E-C705CA7AEB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8883" y="3199130"/>
            <a:ext cx="5086350" cy="290512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ED50A31-441C-C68B-283E-50BC701A4D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83" t="1512" r="6383" b="44991"/>
          <a:stretch>
            <a:fillRect/>
          </a:stretch>
        </p:blipFill>
        <p:spPr>
          <a:xfrm>
            <a:off x="7214945" y="3013763"/>
            <a:ext cx="4136497" cy="326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155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E68A74-F2BC-16F3-0047-23CF77DEA0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44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885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F995FE-ECCB-CCAD-5A82-B2F973619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42595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Demo: FSR data </a:t>
            </a:r>
            <a:r>
              <a:rPr lang="en-US" sz="36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tonen</a:t>
            </a:r>
            <a:r>
              <a:rPr lang="en-U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op laptop 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35069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24356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1995781-7DCE-8943-4A94-3BB292B251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840" y="3424527"/>
            <a:ext cx="2009775" cy="27336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139596-48CC-02E0-E056-CF86E374629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239" b="33176"/>
          <a:stretch>
            <a:fillRect/>
          </a:stretch>
        </p:blipFill>
        <p:spPr>
          <a:xfrm>
            <a:off x="277524" y="4474298"/>
            <a:ext cx="4859798" cy="19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5153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Elektronische Systemen FSR</vt:lpstr>
      <vt:lpstr>FSR sensor</vt:lpstr>
      <vt:lpstr>Onderzoeksvraag</vt:lpstr>
      <vt:lpstr>FSR-sensor met pull-down weerstand</vt:lpstr>
      <vt:lpstr>FSR-sensor met pull-down weerstand</vt:lpstr>
      <vt:lpstr>Demo: FSR data tonen op laptop 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111</cp:revision>
  <dcterms:created xsi:type="dcterms:W3CDTF">2026-05-21T07:45:17Z</dcterms:created>
  <dcterms:modified xsi:type="dcterms:W3CDTF">2026-05-21T08:24:31Z</dcterms:modified>
</cp:coreProperties>
</file>